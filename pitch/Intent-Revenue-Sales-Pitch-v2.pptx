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735995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1828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Segoe UI"/>
              </a:rPr>
              <a:t>Intent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303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22D3EE"/>
                </a:solidFill>
                <a:latin typeface="Consolas"/>
              </a:rPr>
              <a:t>WE GROW REVENUE. BY A 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INTENT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We Grow Revenue.</a:t>
            </a:r>
          </a:p>
          <a:p>
            <a:r>
              <a:rPr sz="3000" b="1">
                <a:solidFill>
                  <a:srgbClr val="F8FAFC"/>
                </a:solidFill>
                <a:latin typeface="Segoe UI"/>
              </a:rPr>
              <a:t>By A Lot.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64748B"/>
                </a:solidFill>
                <a:latin typeface="Segoe UI"/>
              </a:rPr>
              <a:t>Growth Partner For Contractors And The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onsolas"/>
              </a:rPr>
              <a:t>intentrev.net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THE MARKET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Legacy operators still win on inertia, not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Slow follow-up and bloated overhead in established shops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Local markets locked by operators who stopped improving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Homeowners choose who shows up on Google, not who does the best work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New operators have the skill but not the systems to take share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OUR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Turning Small Businesses to Leading Competitors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8FAFC"/>
                </a:solidFill>
                <a:latin typeface="Segoe UI"/>
              </a:rPr>
              <a:t>Intent Revenue gives contractors the revenue systems, software, and search presence that legacy shops never built.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BUILT FOR THE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Revenue strategy and software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#1 Revenue Streams: demand, conversion, repeat work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#2 Application &amp; Software: custom site, intake, dashboard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Google Search: local SEO, geo pages, content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Paid Ads &amp; Content: campaigns that amplify organic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PHONE-FIRST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Trades run on the phone. We build around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Speed-to-lead and intake automation on every missed call and form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Custom software integrated with CRM, email, and scheduling tools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Dashboards tie marketing spend to leads and booked jobs by source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Organic search first; paid when it accelerates what's working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THE INTENT REVENUE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What's included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Partnership qualification before we start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Revenue stream discovery and growth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Custom Intent Revenue application and software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Speed-to-lead and intake automation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Google Reviews and Google Business Profile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THE INTENT REVENUE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What's included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Google Search organic growth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Paid ads and content creation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Deep business integration (CRM, email, scheduling, ad accounts)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Ongoing optimization and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SELECTIVE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Clients we can guarantee results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5+ jobs/mo or $25k+ annual revenue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Phone-first operations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Google Reviews on active Google Business Profile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Defined territory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Growth investment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Full business access (CRM, email, scheduling, ad accounts)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Owner in the fight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PATH TO QUALIFICATION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Intent Launchpad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Post-job Google review engine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Google Business Profile build-out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Intake basics: missed-call text-back, after-hours, lead form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Monthly milestones until full partnership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REVENUE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Not vanity metrics. Booked jobs.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Leads, calls, and outcomes tracked by source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See what's paying for itself before you scale spend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Built for your trade, not a generic marketing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Two ways to work with Intent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Qualified: Full Partnership — revenue, software, search, and ads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8FAFC"/>
                </a:solidFill>
                <a:latin typeface="Segoe UI"/>
              </a:rPr>
              <a:t>Not there yet: Launchpad — reviews, intake, milestones first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ten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"/>
            <a:ext cx="264203" cy="2560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2D3EE"/>
                </a:solidFill>
                <a:latin typeface="Consolas"/>
              </a:rPr>
              <a:t>LET'S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8FAFC"/>
                </a:solidFill>
                <a:latin typeface="Segoe UI"/>
              </a:rPr>
              <a:t>Ready to grow revenue, not just traffic?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8FAFC"/>
                </a:solidFill>
                <a:latin typeface="Segoe UI"/>
              </a:rPr>
              <a:t>Tell us your trade and territory. Intent Revenue will assess fit and map what we build for your business.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onsolas"/>
              </a:rPr>
              <a:t>intentrev.net · Apply for Partnership · Start with Launchpad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